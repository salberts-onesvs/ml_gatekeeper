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Field Service AI Platform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Detection, Data Extraction &amp; Service Automation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AI-powered field service platform that: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E8F4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9888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9202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Equipment Instantly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80160" y="21945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equipment type, brand, and model from photos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E8F4F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90322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8346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Critical Data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280160" y="31089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Auto-captures serial numbers, model info, and warranty status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E8F4F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8176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7490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Service Decisions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280160" y="40233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maintenance recommendations and service orders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Roadmap: Three Phases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256032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1828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ID + Data Extraction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371600"/>
            <a:ext cx="2560320" cy="137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4251960" y="18288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74720" y="26517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Assessment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3931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Next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371600"/>
            <a:ext cx="2560320" cy="137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Shape 15"/>
          <p:cNvSpPr/>
          <p:nvPr/>
        </p:nvSpPr>
        <p:spPr>
          <a:xfrm>
            <a:off x="7086600" y="18288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309360" y="26517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Component-Level Detection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3931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Next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Equipment ID + Data Extraction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the technician started on every job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64592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Retrieval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" y="190195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plate, serial number, model number, manufacture date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5176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265176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Type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097280" y="290779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Condenser, air handler, furnace, heat pump, mini-split, RTU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365760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Identification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097280" y="39136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logo detection for manufacturer lookup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Phase 1 Enables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228600" cy="228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takes a photo of the unit → Model identifies equipment type + brand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28600" cy="228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03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and crops the data plate → OCR extracts serial/model number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228600" cy="228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+ model → Database lookup → Pulls equipment specs, warranty status, service history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228600" cy="228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Auto-populates the service order with equipment details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Condition Assessment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maintenance recommendations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22860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Detection Classes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Coil Condition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Dirty coils, clean coils, damaged fins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Contamination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Rust/corrosion, oil stain/leak, ice buildup, moisture damage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Filters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Dirty filter, clean filter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General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Worn belt, electrical damage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Phase 2 Enables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3152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Diagnostics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62763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photographs coils → Model flags 'dirty coils' + 'damaged fins'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73152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505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maps detections to service needs: 'Coil cleaning required, fin comb repair'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73152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175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Checklists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27355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maintenance checklist based on what the model sees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73152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404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Verification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09651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photos prove work was completed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Component-Level Detection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diagnostic support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Detection Classes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 • Fan motor • Capacitor • Contactor • Blower wheel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valve • Filter drier • Electrical disconnect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Thermostat • Refrigerant label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017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photographs internals → Model identifies every visible component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611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against equipment specs for part verification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25196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integration with parts ordering systems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463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560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Capture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3154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browser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965960" y="2560320"/>
            <a:ext cx="182880" cy="365760"/>
          </a:xfrm>
          <a:prstGeom prst="rightArrow">
            <a:avLst/>
          </a:prstGeom>
          <a:solidFill>
            <a:srgbClr val="E8F4F5"/>
          </a:solidFill>
          <a:ln/>
        </p:spPr>
      </p:sp>
      <p:sp>
        <p:nvSpPr>
          <p:cNvPr id="9" name="Shape 6"/>
          <p:cNvSpPr/>
          <p:nvPr/>
        </p:nvSpPr>
        <p:spPr>
          <a:xfrm>
            <a:off x="2194560" y="1463040"/>
            <a:ext cx="1463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06040" y="17373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8288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86000" y="2560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286000" y="3154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Gatekeeper + QC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703320" y="2560320"/>
            <a:ext cx="182880" cy="365760"/>
          </a:xfrm>
          <a:prstGeom prst="rightArrow">
            <a:avLst/>
          </a:prstGeom>
          <a:solidFill>
            <a:srgbClr val="E8F4F5"/>
          </a:solidFill>
          <a:ln/>
        </p:spPr>
      </p:sp>
      <p:sp>
        <p:nvSpPr>
          <p:cNvPr id="15" name="Shape 11"/>
          <p:cNvSpPr/>
          <p:nvPr/>
        </p:nvSpPr>
        <p:spPr>
          <a:xfrm>
            <a:off x="3931920" y="1463040"/>
            <a:ext cx="1463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343400" y="17373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8288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023360" y="2560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Detection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023360" y="3154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40680" y="2560320"/>
            <a:ext cx="182880" cy="365760"/>
          </a:xfrm>
          <a:prstGeom prst="rightArrow">
            <a:avLst/>
          </a:prstGeom>
          <a:solidFill>
            <a:srgbClr val="E8F4F5"/>
          </a:solidFill>
          <a:ln/>
        </p:spPr>
      </p:sp>
      <p:sp>
        <p:nvSpPr>
          <p:cNvPr id="21" name="Shape 16"/>
          <p:cNvSpPr/>
          <p:nvPr/>
        </p:nvSpPr>
        <p:spPr>
          <a:xfrm>
            <a:off x="5669280" y="1463040"/>
            <a:ext cx="1463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080760" y="17373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82880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760720" y="2560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Lookup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760720" y="3154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Serial/warranty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7178040" y="2560320"/>
            <a:ext cx="182880" cy="365760"/>
          </a:xfrm>
          <a:prstGeom prst="rightArrow">
            <a:avLst/>
          </a:prstGeom>
          <a:solidFill>
            <a:srgbClr val="E8F4F5"/>
          </a:solidFill>
          <a:ln/>
        </p:spPr>
      </p:sp>
      <p:sp>
        <p:nvSpPr>
          <p:cNvPr id="27" name="Shape 21"/>
          <p:cNvSpPr/>
          <p:nvPr/>
        </p:nvSpPr>
        <p:spPr>
          <a:xfrm>
            <a:off x="7406640" y="1463040"/>
            <a:ext cx="1463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818120" y="17373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182880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498080" y="2560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7498080" y="3154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order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Strategy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investment for Phase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500-1000 annotated images per class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Sources: Job photos, manufacturer catalogs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Tool: Roboflow (free tier) or Label Studio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Augmentation multiplies dataset 3-5x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Narrow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54880" y="2103120"/>
            <a:ext cx="3931920" cy="1828800"/>
          </a:xfrm>
          <a:prstGeom prst="rect">
            <a:avLst/>
          </a:prstGeom>
          <a:solidFill>
            <a:srgbClr val="E8F4F5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2860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your most common equipment first: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2-3 brands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2-3 unit types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from there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Time Investment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7315200" cy="2560320"/>
        </p:xfrm>
        <a:graphic>
          <a:graphicData uri="http://schemas.openxmlformats.org/drawingml/2006/table">
            <a:tbl>
              <a:tblPr/>
              <a:tblGrid>
                <a:gridCol w="502920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Estimated Time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Collecting 300 photos from job records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1-2 hours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Annotating 300 photos (~1 min per image)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3-5 hours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Augmentation + export (Roboflow)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10 minutes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Training YOLOv8n (Google Colab, free)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1-2 hours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</a:rPr>
                        <a:t>Total Time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</a:rPr>
                        <a:t>~1 day of work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Annotation Workflow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create the training data that teaches YOLOv8 what to detect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Photos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200-500 images with variety in brands, angles, lighting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6459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0" y="1645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Tool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(easiest), Label Studio, or CVAT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697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Classes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with: data_plate, serial_number, model_number, brand_logo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6974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0" y="2697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boxes around objects, assign labels (1 min per image)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3749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Auto-Split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977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train, 20% validation, 10% test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7490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03520" y="3749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3977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generates rotations, brightness shifts (3-5x multiplier)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Tool Comparison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01168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Roboflow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Free up to 10k images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Easiest — annotate, augment, export to YOLO in one place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Label Studio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Free (self-hosted)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Full control, more setup required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CVAT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Free (open source)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Team annotation at scale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solidFill>
            <a:srgbClr val="E8F4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8620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38862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well-annotated images beats 1000 sloppy ones. Include hard examples — dirty labels, angled shots, partially obscured plates.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Build First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Prioritizing for immediate ROI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Plate Detector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993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class — finds the label in any photo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5603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514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+ OCR Pipeline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27706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serial/model numbers from detected plates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3375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291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Database Lookup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547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numbers to specs, warranty, service history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1148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4069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Order Auto-Fill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43251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Populates the form with extracted equipment details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alone eliminates manual data entry techs do on every single job. Everything else layers on top.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14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Start Building?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5603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YOLOv8 training pipeline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annotation workflow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with Phase 1 data collection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YOLOv8 Field Service AI Platform</dc:title>
  <dc:subject>PptxGenJS Presentation</dc:subject>
  <dc:creator>Field Service AI Team</dc:creator>
  <cp:lastModifiedBy>Field Service AI Team</cp:lastModifiedBy>
  <cp:revision>1</cp:revision>
  <dcterms:created xsi:type="dcterms:W3CDTF">2026-02-13T21:45:25Z</dcterms:created>
  <dcterms:modified xsi:type="dcterms:W3CDTF">2026-02-13T21:45:25Z</dcterms:modified>
</cp:coreProperties>
</file>